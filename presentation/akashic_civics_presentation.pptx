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Akashic Civics: From Invisible Injustice to Measurable Democracy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Akashic Civics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Civic Problem: Democracy Without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Local criminal justice decisions shape lives -- but are invisible</a:t>
            </a:r>
          </a:p>
          <a:p>
            <a:pPr>
              <a:defRPr sz="1600"/>
            </a:pPr>
            <a:r>
              <a:t>District attorneys, sheriffs, and judges exercise enormous discretion over arrests, charges, bonds, sentences, and parole</a:t>
            </a:r>
          </a:p>
          <a:p>
            <a:pPr>
              <a:defRPr sz="1600"/>
            </a:pPr>
            <a:r>
              <a:t>Race, income, and neighborhood predict outcomes more reliably than the law should</a:t>
            </a:r>
          </a:p>
          <a:p>
            <a:pPr>
              <a:defRPr sz="1600"/>
            </a:pPr>
            <a:r>
              <a:t>Yet without measurement, communities cannot name it, cannot challenge it, cannot change it</a:t>
            </a:r>
          </a:p>
          <a:p>
            <a:pPr>
              <a:defRPr sz="1600"/>
            </a:pPr>
            <a:r>
              <a:t>WHY JUSTICE REQUIRES MEASUREMENT: Transparency is the minimum condition for accountability in a democracy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We're Building: Tools for Community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Akashic Civics is open-source infrastructure that helps communities turn fragmented local data into actionable insight</a:t>
            </a:r>
          </a:p>
          <a:p>
            <a:pPr>
              <a:defRPr sz="1600"/>
            </a:pPr>
            <a:r>
              <a:t>We combine statistical rigor with civic accessibility: TypeScript -&gt; Python -&gt; R</a:t>
            </a:r>
          </a:p>
          <a:p>
            <a:pPr>
              <a:defRPr sz="1600"/>
            </a:pPr>
            <a:r>
              <a:t>Modular extensions and dashboards designed for journalists, researchers, and activists</a:t>
            </a:r>
          </a:p>
          <a:p>
            <a:pPr>
              <a:defRPr sz="1600"/>
            </a:pPr>
            <a:r>
              <a:t>THE VISION: Data belongs to the community, not to the prosecutor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Multi-language by design -- Meet users where they are (policy researchers use R, data scientists use Python, civic tech uses TypeScript)</a:t>
            </a:r>
          </a:p>
          <a:p>
            <a:pPr>
              <a:defRPr sz="1600"/>
            </a:pPr>
            <a:r>
              <a:t>Statistical rigor first -- No headline numbers without confidence intervals and causal interpretation</a:t>
            </a:r>
          </a:p>
          <a:p>
            <a:pPr>
              <a:defRPr sz="1600"/>
            </a:pPr>
            <a:r>
              <a:t>Composable, not monolithic -- Use the dashboard, the CLI, or just the R package</a:t>
            </a:r>
          </a:p>
          <a:p>
            <a:pPr>
              <a:defRPr sz="1600"/>
            </a:pPr>
            <a:r>
              <a:t>WHY THIS MATTERS: Tools must fit into existing practices, not reinvent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E16: Data Integration -- The Foundation of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Data hides in silos. FBI UCR, BJS, and local court systems store 90% of what we need -- but in incompatible formats</a:t>
            </a:r>
          </a:p>
          <a:p>
            <a:pPr>
              <a:defRPr sz="1600"/>
            </a:pPr>
            <a:r>
              <a:t>Pluggable DataSource interfaces and a DataPipeline that normalizes to a common schema make analysis possible</a:t>
            </a:r>
          </a:p>
          <a:p>
            <a:pPr>
              <a:defRPr sz="1600"/>
            </a:pPr>
            <a:r>
              <a:t>9 tests ensure reliability across data sources</a:t>
            </a:r>
          </a:p>
          <a:p>
            <a:pPr>
              <a:defRPr sz="1600"/>
            </a:pPr>
            <a:r>
              <a:t>FOR DEMOCRACY: If data stays trapped in silos, communities stay powerless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E17: Advanced Analytics -- Causal, Not Just Correlational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Rates lie. A 1.4x conviction rate disparity might mean bias -- or just different crimes</a:t>
            </a:r>
          </a:p>
          <a:p>
            <a:pPr>
              <a:defRPr sz="1600"/>
            </a:pPr>
            <a:r>
              <a:t>DoublyRobustEstimator protects against model misspecification</a:t>
            </a:r>
          </a:p>
          <a:p>
            <a:pPr>
              <a:defRPr sz="1600"/>
            </a:pPr>
            <a:r>
              <a:t>BayesianHierarchicalModel stabilizes estimates in small jurisdictions</a:t>
            </a:r>
          </a:p>
          <a:p>
            <a:pPr>
              <a:defRPr sz="1600"/>
            </a:pPr>
            <a:r>
              <a:t>FOR JUSTICE: Causal methods answer 'Did this policy cause disparity?' not 'Are they correlated?'</a:t>
            </a:r>
          </a:p>
          <a:p>
            <a:pPr>
              <a:defRPr sz="1600"/>
            </a:pPr>
            <a:r>
              <a:t>This is how we move from observation to evidence-based reform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E18: Interactive CLI Wizard -- Tools for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No PhD required</a:t>
            </a:r>
          </a:p>
          <a:p>
            <a:pPr>
              <a:defRPr sz="1600"/>
            </a:pPr>
            <a:r>
              <a:t>Non-programmers can load data, choose Jurisdiction, select analysis type, and get results in five steps</a:t>
            </a:r>
          </a:p>
          <a:p>
            <a:pPr>
              <a:defRPr sz="1600"/>
            </a:pPr>
            <a:r>
              <a:t>The wizard abstracts technical complexity while preserving methodological choices</a:t>
            </a:r>
          </a:p>
          <a:p>
            <a:pPr>
              <a:defRPr sz="1600"/>
            </a:pPr>
            <a:r>
              <a:t>FOR DEMOCRACY: When tools are usable, power diffuses</a:t>
            </a:r>
          </a:p>
          <a:p>
            <a:pPr>
              <a:defRPr sz="1600"/>
            </a:pPr>
            <a:r>
              <a:t>A civic organizer, not a statistician, can make the case to their 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E19: Jupyter Notebook Interface -- The Analyst's Playground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Python users want magic, not CLI flags</a:t>
            </a:r>
          </a:p>
          <a:p>
            <a:pPr>
              <a:defRPr sz="1600"/>
            </a:pPr>
            <a:r>
              <a:t>IPython magics, rendered report templates, and direct NumPy/SciPy integration</a:t>
            </a:r>
          </a:p>
          <a:p>
            <a:pPr>
              <a:defRPr sz="1600"/>
            </a:pPr>
            <a:r>
              <a:t>Analysts can prototype, explore, and build public-facing narratives</a:t>
            </a:r>
          </a:p>
          <a:p>
            <a:pPr>
              <a:defRPr sz="1600"/>
            </a:pPr>
            <a:r>
              <a:t>FOR JUSTICE: When research is reproducible in a notebook, findings become shareable across coalitions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E20: Publishing Pipeline -- Open Source Cannot Collapse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Open-source projects die</a:t>
            </a:r>
          </a:p>
          <a:p>
            <a:pPr>
              <a:defRPr sz="1600"/>
            </a:pPr>
            <a:r>
              <a:t>An 11-step release pipeline (npm publish, pip install, R CMD INSTALL, docker push, automated testing, changelogs) keeps code current and trustworthy</a:t>
            </a:r>
          </a:p>
          <a:p>
            <a:pPr>
              <a:defRPr sz="1600"/>
            </a:pPr>
            <a:r>
              <a:t>FOR DEMOCRACY: Sustainability ensures tools survive grant cycles and volunteer turnover</a:t>
            </a:r>
          </a:p>
          <a:p>
            <a:pPr>
              <a:defRPr sz="1600"/>
            </a:pPr>
            <a:r>
              <a:t>Code must be a public good, not a one-person effort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E21: Extension System -- Communities Add Their Own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Needs differ</a:t>
            </a:r>
          </a:p>
          <a:p>
            <a:pPr>
              <a:defRPr sz="1600"/>
            </a:pPr>
            <a:r>
              <a:t>A Native American tribal court needs different data sources than an urban DA's office</a:t>
            </a:r>
          </a:p>
          <a:p>
            <a:pPr>
              <a:defRPr sz="1600"/>
            </a:pPr>
            <a:r>
              <a:t>ExtensionRegistry lets communities ship custom plugins for DataSources, Analyses, and Exports</a:t>
            </a:r>
          </a:p>
          <a:p>
            <a:pPr>
              <a:defRPr sz="1600"/>
            </a:pPr>
            <a:r>
              <a:t>FOR DEMOCRACY: Tools adapt to local contexts instead of requiring local coding skills</a:t>
            </a:r>
          </a:p>
          <a:p>
            <a:pPr>
              <a:defRPr sz="1600"/>
            </a:pPr>
            <a:r>
              <a:t>Community ownership starts with modular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E22: R Package -- Speaking Policy's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Policy researchers think in models, not APIs</a:t>
            </a:r>
          </a:p>
          <a:p>
            <a:pPr>
              <a:defRPr sz="1600"/>
            </a:pPr>
            <a:r>
              <a:t>The akashic.civics R package provides OLS, logistic regression, doubly-robust estimation, and disconfirmation batteries</a:t>
            </a:r>
          </a:p>
          <a:p>
            <a:pPr>
              <a:defRPr sz="1600"/>
            </a:pPr>
            <a:r>
              <a:t>R CMD check compliant, with vignettes</a:t>
            </a:r>
          </a:p>
          <a:p>
            <a:pPr>
              <a:defRPr sz="1600"/>
            </a:pPr>
            <a:r>
              <a:t>FOR JUSTICE: When academic researchers can run the same analysis, findings carry weight in scholarly and policy debates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E23: Streaming Analysis -- Justice in (Near) Real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Disparity moves fast</a:t>
            </a:r>
          </a:p>
          <a:p>
            <a:pPr>
              <a:defRPr sz="1600"/>
            </a:pPr>
            <a:r>
              <a:t>Policy changes, court closures, or surges in crime types can shift ratios dramatically</a:t>
            </a:r>
          </a:p>
          <a:p>
            <a:pPr>
              <a:defRPr sz="1600"/>
            </a:pPr>
            <a:r>
              <a:t>StreamProcessor reads JSONL in chunks, tracks group-level statistics, and fires alerts when disparity crosses thresholds</a:t>
            </a:r>
          </a:p>
          <a:p>
            <a:pPr>
              <a:defRPr sz="1600"/>
            </a:pPr>
            <a:r>
              <a:t>FOR DEMOCRACY: Real-time monitoring turns reactive analysis into proactive intervention</a:t>
            </a:r>
          </a:p>
          <a:p>
            <a:pPr>
              <a:defRPr sz="1600"/>
            </a:pPr>
            <a:r>
              <a:t>When the ratio jumps, advocates know to 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E24: Web Dashboard UI -- Storytelling for Citizens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Most users won't run code</a:t>
            </a:r>
          </a:p>
          <a:p>
            <a:pPr>
              <a:defRPr sz="1600"/>
            </a:pPr>
            <a:r>
              <a:t>An Express REST API (/api/health, /api/viz-specs, /api/analyze) powers a static single-page app</a:t>
            </a:r>
          </a:p>
          <a:p>
            <a:pPr>
              <a:defRPr sz="1600"/>
            </a:pPr>
            <a:r>
              <a:t>Shows disparity ratios, conviction rates, and sentence lengths</a:t>
            </a:r>
          </a:p>
          <a:p>
            <a:pPr>
              <a:defRPr sz="1600"/>
            </a:pPr>
            <a:r>
              <a:t>FOR JUSTICE: When disparities are visible on a dashboard in a community meeting, officials must confront them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E25: Python Statistical Depth -- Scientific Rigor, Not Guesswork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Numbers must be right</a:t>
            </a:r>
          </a:p>
          <a:p>
            <a:pPr>
              <a:defRPr sz="1600"/>
            </a:pPr>
            <a:r>
              <a:t>Real NumPy/SciPy implementations of descriptive statistics, Z-tests, OLS, logistic regression, doubly-robust estimation</a:t>
            </a:r>
          </a:p>
          <a:p>
            <a:pPr>
              <a:defRPr sz="1600"/>
            </a:pPr>
            <a:r>
              <a:t>Disconfirmation batteries and jurisdiction comparison</a:t>
            </a:r>
          </a:p>
          <a:p>
            <a:pPr>
              <a:defRPr sz="1600"/>
            </a:pPr>
            <a:r>
              <a:t>Error handling with informative messages</a:t>
            </a:r>
          </a:p>
          <a:p>
            <a:pPr>
              <a:defRPr sz="1600"/>
            </a:pPr>
            <a:r>
              <a:t>FOR DEMOCRACY: Communities can trust their analysis withstands peer review, FOIA challenges, and expert scrutiny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Concrete Democracy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Scenario: Mid-sized county, 12,000 cases/year</a:t>
            </a:r>
          </a:p>
          <a:p>
            <a:pPr>
              <a:defRPr sz="1600"/>
            </a:pPr>
            <a:r>
              <a:t>Community group loads 3 years of data into Akashic Civics</a:t>
            </a:r>
          </a:p>
          <a:p>
            <a:pPr>
              <a:defRPr sz="1600"/>
            </a:pPr>
            <a:r>
              <a:t>Doubly-robust analysis: Black defendants convicted at 1.4x rate of White defendants (p&lt;0.01)</a:t>
            </a:r>
          </a:p>
          <a:p>
            <a:pPr>
              <a:defRPr sz="1600"/>
            </a:pPr>
            <a:r>
              <a:t>Streaming alert: ratio jumped from 1.2x to 1.6x after new DA took office</a:t>
            </a:r>
          </a:p>
          <a:p>
            <a:pPr>
              <a:defRPr sz="1600"/>
            </a:pPr>
            <a:r>
              <a:t>Group presents findings at public safety committee hearing</a:t>
            </a:r>
          </a:p>
          <a:p>
            <a:pPr>
              <a:defRPr sz="1600"/>
            </a:pPr>
            <a:r>
              <a:t>DA adopts new charging guidelines</a:t>
            </a:r>
          </a:p>
          <a:p>
            <a:pPr>
              <a:defRPr sz="1600"/>
            </a:pPr>
            <a:r>
              <a:t>Next quarter: disparity drops to 1.1x</a:t>
            </a:r>
          </a:p>
          <a:p>
            <a:pPr>
              <a:defRPr sz="1600"/>
            </a:pPr>
            <a:r>
              <a:t>KEY: Measurement enabled accountability; accountability drove policy change; policy change reduced disparity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 a More Just Democracy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Transparency: Disparity metrics no longer locked in prosecutors' spreadsheets</a:t>
            </a:r>
          </a:p>
          <a:p>
            <a:pPr>
              <a:defRPr sz="1600"/>
            </a:pPr>
            <a:r>
              <a:t>Participation: Community groups analyze the same data as officials</a:t>
            </a:r>
          </a:p>
          <a:p>
            <a:pPr>
              <a:defRPr sz="1600"/>
            </a:pPr>
            <a:r>
              <a:t>Accountability: Elected leaders evaluated on measurable outcomes</a:t>
            </a:r>
          </a:p>
          <a:p>
            <a:pPr>
              <a:defRPr sz="1600"/>
            </a:pPr>
            <a:r>
              <a:t>Reform Evaluation: Did the policy actually reduce disparity? We can tell.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What local decisions most need measurement in your community?</a:t>
            </a:r>
          </a:p>
          <a:p>
            <a:pPr>
              <a:defRPr sz="1600"/>
            </a:pPr>
            <a:r>
              <a:t>Which data sources would you ship as extensions?</a:t>
            </a:r>
          </a:p>
          <a:p>
            <a:pPr>
              <a:defRPr sz="1600"/>
            </a:pPr>
            <a:r>
              <a:t>How can tools move from reporting injustice to changing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